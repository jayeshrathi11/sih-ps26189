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D6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PS26189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NexusTrace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 Theme  ·  Ministry of Home Affairs / NCRB, Women Safety Division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domains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33488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suspect, ten different case files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networks don't respect the boundaries investigators file paperwork under.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476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number in a narcotics FIR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500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number in a hawala structuring case filed two states away — nobody cross-references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821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alias in a human-trafficking file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844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resurfaces, spelled differently, in a vehicle-theft chargesheet six months later.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4165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financier's name on an exchange ledger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18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launders proceeds for two unrelated syndicates — invisible unless someone reads both files.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4EFE6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NexusTrace resolves identities across documents and domains, then computes which entities actually sit at the structural center of the network.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graph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extracts and resolves; the backend serves it under RBAC; the frontend is where officers work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774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→ LLM extraction (Gemini) → entity resolution → NetworkX graph analytics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96512" y="3209544"/>
            <a:ext cx="265176" cy="256032"/>
          </a:xfrm>
          <a:prstGeom prst="rightArrow">
            <a:avLst/>
          </a:prstGeom>
          <a:solidFill>
            <a:srgbClr val="D1C7B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3774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2377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163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auth, RBAC enforcement, SHA-256 hash-chained audit log — talks to Postgres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36992" y="3209544"/>
            <a:ext cx="265176" cy="256032"/>
          </a:xfrm>
          <a:prstGeom prst="rightArrow">
            <a:avLst/>
          </a:prstGeom>
          <a:solidFill>
            <a:srgbClr val="D1C7B1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210312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3774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1580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2377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8163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 dashboard: corkboard, case sidebar, detail panel, XAI console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892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(Supabase-hosted)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optional mirror; the pipeline pushes to it if reachable and silently skips it if not. Every real analytic runs on NetworkX + Postgres, nothing depends on Neo4j being up.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6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ranked network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— FIR, intercept, surveillance note — goes through the same four stages.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11D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narrative prose and returns structured entities (person, org, vehicle, phone, account) and relationships, each with a confidence score.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172968" y="3776472"/>
            <a:ext cx="219456" cy="219456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2286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11D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611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phone match → exact alias match → fuzzy name match (rapidfuzz, ≥88% similarity). “Iqbal”, “I. Ansari” and “IQBAL ANSARI” become one canonical node.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35040" y="3776472"/>
            <a:ext cx="219456" cy="219456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2784" y="2286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11D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611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combined_hub_score = PageRank×0.6 + betweenness×0.4. Community detection via greedy modularity. Older links decay: weight × e^(−0.005×days).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897112" y="3776472"/>
            <a:ext cx="219456" cy="219456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9134856" y="22860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211D1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63456" y="2468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36118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investigator confirms, rejects or flags each result — see next slide. Confirmed evidence gets boosted weight in the very next analytics pass.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MECHANISM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proposes. A human disposes.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entity and relationship starts as an unverified machine guess — never treated as fact.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has checked this and it's correct.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got it wrong — not real, or not a real link.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82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further review before anyone relies on it.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effects — not a cosmetic label: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7764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</a:t>
            </a:r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border changes on the corkboard — solid green vs. dashed red + strikethrough — so verified vs. raw AI output is obvious at a glance.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3982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— </a:t>
            </a:r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relationship's weight rises, so it counts for more in who gets ranked a key influencer. Investigator judgment literally reshapes the graph.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2978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200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— </a:t>
            </a:r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 / reject / flag is written into the tamper-evident audit chain with the officer's identity — a permanent, verifiable record of who decided what.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WORKSPACE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corkboard that organizes itself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 with the highest hub score anchors the center; everything else radiates outward by hop-distance.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75888" y="3794760"/>
            <a:ext cx="667512" cy="0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5384" y="3666744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3483864" y="4044206"/>
            <a:ext cx="333756" cy="433562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9604" y="4349752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3099816" y="4044206"/>
            <a:ext cx="-333756" cy="433562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8044" y="4349752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07792" y="3794760"/>
            <a:ext cx="-667512" cy="0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12264" y="3666744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3099816" y="3545314"/>
            <a:ext cx="-333756" cy="-433562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8044" y="2983736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Shape 14"/>
          <p:cNvSpPr/>
          <p:nvPr/>
        </p:nvSpPr>
        <p:spPr>
          <a:xfrm>
            <a:off x="3483864" y="3545314"/>
            <a:ext cx="333756" cy="-433562"/>
          </a:xfrm>
          <a:prstGeom prst="line">
            <a:avLst/>
          </a:prstGeom>
          <a:noFill/>
          <a:ln w="15875">
            <a:solidFill>
              <a:srgbClr val="D1C7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89604" y="2983736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2518" y="4189095"/>
            <a:ext cx="752299" cy="325755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3377" y="442341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4583430"/>
            <a:ext cx="0" cy="651510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514350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81162" y="4189095"/>
            <a:ext cx="-752299" cy="325755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37423" y="442341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81162" y="3400425"/>
            <a:ext cx="-752299" cy="-325755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37423" y="298323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3006090"/>
            <a:ext cx="0" cy="-651510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26314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2518" y="3400425"/>
            <a:ext cx="752299" cy="-325755"/>
          </a:xfrm>
          <a:prstGeom prst="line">
            <a:avLst/>
          </a:prstGeom>
          <a:noFill/>
          <a:ln w="12700">
            <a:solidFill>
              <a:srgbClr val="D1C7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3377" y="2983230"/>
            <a:ext cx="182880" cy="182880"/>
          </a:xfrm>
          <a:prstGeom prst="ellipse">
            <a:avLst/>
          </a:prstGeom>
          <a:solidFill>
            <a:srgbClr val="57534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7792" y="3410712"/>
            <a:ext cx="768096" cy="7680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743200" y="36484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KINGPIN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zoom, drag to pan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wheel zooms 40%–200%; dragging empty canvas repositions the view — no more accidental page-scroll.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mode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fullscreens just the board — sidebar and detail panel hide so the network gets the whole screen.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slider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94360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the network's state as of any point in the last ~36 months, using the same decay-weighted analytics.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that dim, not hide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Persons / Orgs / High-Risk chips dim non-matches instead of removing them — relationship context is never lost.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 are now a real, shared record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client-side only — a case survived until you refreshed the tab. Now it's a durable table every officer sees.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35808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28986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list lived only in this browser tab's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13048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36758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 Add New Case” vanished on refresh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590288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4531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/ delete never survived a reload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5367528"/>
            <a:ext cx="82296" cy="8229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230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any other officer's session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3317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580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3035808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8986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`cases` table + REST API (list / create / archive / delete)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813048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6758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into the audit hash-chain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590288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4531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is soft — it hides the folder, never touches the underlying entities a case shares with another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367528"/>
            <a:ext cx="82296" cy="822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5230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end-to-end: seed → create → archive → delete → list, live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6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by construction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&amp; Cybersecurity theme fit: a single hash chain, not a distributed ledger — described that way on purpose.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11D16"/>
          </a:solidFill>
          <a:ln w="12700">
            <a:solidFill>
              <a:srgbClr val="D6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 = sha256(prev_hash + fields)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0" y="2606040"/>
            <a:ext cx="411480" cy="182880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1945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11D16"/>
          </a:solidFill>
          <a:ln w="12700">
            <a:solidFill>
              <a:srgbClr val="D68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 = sha256(prev_hash + fields)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0" y="2606040"/>
            <a:ext cx="411480" cy="182880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21945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11D16"/>
          </a:solidFill>
          <a:ln w="12700">
            <a:solidFill>
              <a:srgbClr val="D6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verdict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 = sha256(prev_hash + fields)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95360" y="2606040"/>
            <a:ext cx="411480" cy="182880"/>
          </a:xfrm>
          <a:prstGeom prst="rightArrow">
            <a:avLst/>
          </a:prstGeom>
          <a:solidFill>
            <a:srgbClr val="D68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1945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211D16"/>
          </a:solidFill>
          <a:ln w="12700">
            <a:solidFill>
              <a:srgbClr val="D68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720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export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entry_hash = sha256(prev_hash + fields)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20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past row's field and every hash after it stops matching. `GET /audit/verify` walks the whole chain and names the exact break — demonstrated live this session against a direct database edit.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enforced server-side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Investigator, Officer-in-Charge, Auditor — checked with a FastAPI dependency on every route, not just hidden in the UI. A blocked role gets a real HTTP 403.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43434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on ingest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7091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PAN / Voter ID / Passport patterns are regex-matched and replaced with an irreversible hashed placeholder before raw text is stored.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asserted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are computed against hand-labeled ground truth for every domain — and we say plainly what isn't built yet.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AF7F0"/>
          </a:solidFill>
          <a:ln w="12700">
            <a:solidFill>
              <a:srgbClr val="D1C7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score_against_ground_truth.py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compares pipeline output to data/ground_truth/ for all 10 crime domains — precision, recall and F1 per domain, genuinely computed each run, not hardcoded.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vs. what's described accurately as future work: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verified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61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Gemini-based LLM extraction with a documented (weak) fallback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457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Entity resolution: exact + fuzzy (≥88%) matching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978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 PageRank + betweenness centrality on NetworkX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13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Full RBAC + hash-chain audit trail, tested live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977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— stated plainly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3616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Neo4j: optional mirror, nothing depends on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47457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distributed blockchain — a centralized hash chain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512978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Docker containerization of backend/frontend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5138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government-cloud (NIC/MeghRaj) deployment — hosted on Supabase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9975" y="3200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D6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59975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panel will actually see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cases, grounded in real reported patterns, built to demonstrate the one thing a spreadsheet can't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11D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11 — Operation Amber Route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Amritsar narcotics-and-arms seizure, grounded in real Punjab Police reporting: two operatives, a local coordinator, and a hawala operator settling proceeds to Dubai.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11D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12 — Operation Loan Trap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loan-fraud call center and a linked sextortion racket, grounded in real Delhi Police reporting: mule accounts consolidated and cashed out through the same hawala channel.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33288" y="5120640"/>
            <a:ext cx="731520" cy="320040"/>
          </a:xfrm>
          <a:prstGeom prst="downArrow">
            <a:avLst/>
          </a:prstGeom>
          <a:solidFill>
            <a:srgbClr val="D68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cases share one entity — a hawala financier referenced under different names in each file. Entity resolution merges them, and the graph surfaces a link no single case file shows on its own.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309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2026-09-01T15:42:09Z</dcterms:created>
  <dcterms:modified xsi:type="dcterms:W3CDTF">2026-09-01T15:42:09Z</dcterms:modified>
</cp:coreProperties>
</file>